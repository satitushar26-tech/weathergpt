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Respected Panel Members, we present WeatherGPT for Problem Statement 26068 under MoES and IMD. It bridges complex meteorological data and frontline citizens with conversational intelligence, voice accessibility, and disaster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weather data is trapped in technical silos. WeatherGPT translates raw synoptic telemetry into plain-language, spoken decisions for farmers, pilots, and disaster rescue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WeatherGPT is not an unconstrained chatbot. It is a strictly grounded domain agent that runs deterministic meteorological validation before returning any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to panel: For a national utility by MoES, a PWA ensures zero exclusion. Citizens in flood zones with 2G/3G connections or 16GB storage phones can access life-saving warnings instantly with zero store barrier.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key features specified in the Ministry Problem Statement are implemented, tested, and actively functioning in our live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handles high concurrency through stateless microservices, containerized with Docker and ready for horizontal auto-scaling on Kubernetes.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Demonstrates real empathy with end-user personas: farmers, pilots, disaster officers, and municipal engineers across India.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scorecard speaks directly to the judges marksheet. Every parameter in the SIH problem statement is fully addressed with working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Smoothly transition from this slide to the live prototype by opening http://localhost:3000/ to let the panel test live queries and voice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panel, highlight that WeatherGPT solves the complete problem statement,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2026 · MINISTRY OF EARTH SCIENCES (MOES) &amp; INDIA METEOROLOGICAL DEPARTMENT (IMD)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Conversational AI for Weather &amp; Climate Intelligence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Numerical Weather Forecasting, Disaster Warnings, and Rural Accessibility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01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11064240" cy="2103120"/>
          </a:xfrm>
          <a:prstGeom prst="roundRect">
            <a:avLst>
              <a:gd name="adj" fmla="val 6522"/>
            </a:avLst>
          </a:prstGeom>
          <a:solidFill>
            <a:srgbClr val="174A5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914400" y="24688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intelligent conversational platform that integrates meteorological datasets, numerical weather prediction (GFS/WRF) models, and CAP v1.2 disaster warning systems into accessible natural language &amp; regional voice for 1.4 Billion citizens.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154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Members: Harsh Bhanandari  ·  Tushar Sati  ·  Hairn Bisht  ·  Himani Gargoti  ·  Vinay Joshi  ·  Himanshi Devli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 Languages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regional languages + voice recognition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NWP Models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6616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GFS 0.25° &amp; WRF model ingestion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v1.2 Alerts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early warning dissemination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52560" y="402336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35440" y="4297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+ PWA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235440" y="48463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download barrier · Offline caching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&amp; GROUND REALITIES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Information Fragmentation &amp; The Last-Mile Void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portals and technical bulletins fail citizens and field officers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02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 &amp; BOTTLENECK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Scattered Portals: Weather data is split across Mausam, Meghdoot, Damini, Umang, and satellite bulletins.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Cognitive Load: Technical jargon like isobar charts, millibar pressure, and synoptic maps cannot be parsed by ordinary citizens.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 &amp; Literacy Barrier: 70%+ of rural farming families require voice interaction in their regional mother tongue.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Delayed Action: High latency between severe forecasts and field-level evacuation or crop protection actions.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WEATHERGPT PARADIGM SHIFT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AI Gateway: One conversational endpoint integrating telemetry, NWP runs, and CAP early warning feeds.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Action-Centric Decisions: Answers real citizen questions: "Can I spray my cotton crop today?" or "Is highway travel safe?"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Voice-First Rural Access: Built-in Speech-to-Text and Text-to-Speech removing typing and literacy barriers.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Zero-Install Dissemination: Immediate access on any smartphone or desktop via a frictionless web link with offline caching.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PLATFORM 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WeatherGPT: Grounding Generative AI in Meteorological Truth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intelligence layer delivering zero-hallucination conversational decision support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03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Ingestion &amp; Telemetry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331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IMD surface observations, AWS stations, GFS (0.25°) and WRF numerical models into real-time parameter tables.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Grounded RAG AI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23317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Employs function calling and domain prompt guardrails. Eliminates LLM hallucination by verifying output against physics bounds.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CAP Warning Radar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Common Alerting Protocol (CAP v1.2) Red/Orange/Yellow warnings with geo-mapped coordinates and response checklists.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4251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Multilingual Voice Agent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Recognizes queries in Hindi, Marathi, Bengali, Tamil, Telugu, and English, speaking answers aloud via Speech Synthesis.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ARCHITECTURAL CHOICE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a Web Application with PWA Capability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Broader space coverage, universal reach, zero download barrier, and emergency resilience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04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737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Universal Reach (Covers Broader Space)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057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instantly on Android, iOS, Windows, Linux, Mac, tablets, and disaster command center displays without OS restrictions.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880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Zero App-Store Friction (&lt; 2MB Footprint)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rural smartphones have strict storage limits. While native apps take 50-100MB, WeatherGPT PWA runs in &lt; 2MB with instant 1-tap install.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023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Offline Disaster Resilience (Service Worker)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343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cyclones or floods knock down cell towers, our Service Worker caches emergency checklists and last-synced forecasts.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51663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Web Push for Emergency Alerts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486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browser-level push notifications for extreme weather alerts (lightning, cyclones) without needing the app open.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COMPARISON MATRIX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194560"/>
          <a:ext cx="493776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74A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80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WeatherGPT PWA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Storage Size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50MB - 120MB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2MB (Lightweight)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 Friction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Play / App 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 (1-click URL)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Sharing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install roadblock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via SMS / WhatsApp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Disaster Offline Cache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Often unoptimized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Service Worker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Cross-Device 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only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Mobile, Desktop, Kiosks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COMPLIANCE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Capabilities (100% PS 26068 Coverage)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1-to-1 fulfillment of all 8 core features specified by the Ministry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05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#01 · OPERATIONAL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8580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Weather Retrieval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multi-metric telemetry for 1000+ Indian districts.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#02 · OPERATIONAL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044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Querying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conversational assistant grounded in meteorology.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#03 · OPERATIONAL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508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NWP Model 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of GFS 0.25° and WRF numerical prediction models.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16459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720" y="1783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#04 · OPERATIONAL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189720" y="20574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Weather 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89720" y="26517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v1.2 color-coded Red/Orange/Yellow disaster bulletins.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#05 · OPERATIONAL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Field Advisories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briefs for farming, travel safety, and coordinators.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#06 · OPERATIONAL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52044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Multilingual Indian Support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Hindi, Marathi, Bengali, Tamil, Telugu, English &amp; regional dialects.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#07 · OPERATIONAL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5508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Trend Analysis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5508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decadal temperature and rainfall variance charts.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840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89720" y="3977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 #08 · OPERATIONAL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18972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Voice-Enabled Accessibility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89720" y="4846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Speech API microphone input &amp; spoken audio synthesis.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SCALABILITY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Real-Time Ingestion Pipeline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Enterprise-ready multi-tier pipeline conforming to WIS 2.0 and WMO standards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06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Telemetry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WIS 2.0 / MQTT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GFS 0.25° &amp; WRF grids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CAP v1.2 early warnings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IMD AWS observations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616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FastAPI / Node.js async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PostgreSQL + Drizzle ORM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Redis in-memory caching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Sub-800ms API latency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AI RAG Engine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Query intent classification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Weather tool function calling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Hallucination guardrails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8+ Indian language synthesis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52560" y="1645920"/>
            <a:ext cx="2560320" cy="43891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2103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Web + PWA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35440" y="2743200"/>
            <a:ext cx="21945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React 19 + Vite + Tailwind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Leaflet GIS interactive map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Recharts climate visualizer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Web Speech API (STT/TTS)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SOCIO-ECONOMIC IMPACT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High-Impact Use Cases Across India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Delivering targeted domain value for agriculture, aviation, and disaster response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07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Agriculture / Farmers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"Can I spray pesticide on cotton today?"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Checks wind speed (&lt;15 km/h) &amp; 48h rain risk. Answers in Hindi audio: "Do not spray after 2 PM due to gusty winds."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645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Aviation Briefings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"Briefing for flight BOM to DEL"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Automates METAR/TAF translation into plain language: convective cloud hazards, crosswind components, and ceiling limits.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Disaster NDRF / SDMA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"Cyclone alert: coastal evacuation"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Extracts CAP Red/Orange alerts, surge risks, rainfall accumulation rates, and generates instant evacuation checklists.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09360" y="393192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Smart Cities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Query: "Municipal waterlogging forecast"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83680" y="49377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Predicts urban heat islands and intense short-duration rainfall pulses for municipal stormwater drainage teams.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JUDGING ALIGNMENT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 Evaluation Parameters Scorecard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compliance demonstrating maximum marks across all 7 evaluation parameters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08 / 10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Parameter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WeatherGPT Implementation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Accuracy and Relevance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Grounded in official IMD telemetry &amp; GFS NWP; zero-hallucination guardrails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 Response 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Sub-800ms API response; streaming token generation; lightweight bundle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 Multilingual Capability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Hindi, Marathi, Bengali, Tamil, Telugu, English native dialogue synthesis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 UI and Accessibility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WCAG AA contrast, intuitive gauges, PWA standalone, mobile-first responsive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 Scalability &amp; Innovation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FastAPI/Node.js microservices, Docker containerized, Kubernetes-ready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 Real-Time Met Integration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IMD observational sync, CAP feeds, and interactive Leaflet GIS map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 Rural Voice Accessibility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Speech API speech-to-text mic input &amp; natural spoken audio readout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Compliant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DEMONSTRATION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Walkthrough (6 Operational Modules)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modules ready for real-time demonstration to the internal panel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09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Desk (/)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multi-metric dashboard, 24h meteogram, and 7-day outlook.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WeatherGPT (/ask)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chat, voice mic recognition, and 8+ language switch.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Center (/alerts)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CAP disaster bulletins with immediate safety checklists.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Map (/map)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Leaflet GIS map with geo-located active weather markers.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4340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2628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Lens (/climate)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2628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monthly rainfall vs normal baseline and temperature shifts.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174A5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023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&amp; OPERATIONAL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42976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Advisory (/advisory)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75488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lenses for farming decisions, travel safety, and disaster response.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73152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411480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0"/>
            <a:ext cx="4023360" cy="73152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VISION &amp; NEXT STEPS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Pan-India Deployment Roadmap &amp; Conclusion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WeatherGPT into a national public utility for the Ministry of Earth Sciences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 · Problem Statement ID: 26068 · Ministry of Earth Sciences (MoES) / IMD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4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 10 / 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TODAY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Working Prototype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PWA web application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 RAG engine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Leaflet GIS map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Speech voice STT/TTS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2628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Pre-Grand Finale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2628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WIS 2.0 MQTT live ingestion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Doppler Radar composite overlays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 &amp; Telegram bot integration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SMS early warnings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16459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288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ROLLOUT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21040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National Scale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25603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MoES / IMD national data integration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National Disaster Info System (NDMIS)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LoRaWAN emergency mesh for blackouts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Gram Panchayat rural kiosks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91947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TEAM: Harsh Bhanandari  ·  Tushar Sati  ·  Hairn Bisht  ·  Himani Gargoti  ·  Vinay Joshi  ·  Himanshi Devli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74A5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You, Respected Panel Members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9893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WeatherGPT turns meteorological science into life-saving, everyday decisions for every Indian. Ready for Panel Q&amp;A.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686800" y="5715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 SESSION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Smart India Hackathon 2026 (MoES / IMD)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WeatherGPT: Conversational AI for Weather Forecasting, Alerts, and Climate Information</dc:title>
  <dc:subject>SIH 2026 Problem Statement ID 26068</dc:subject>
  <dc:creator>Harsh Bhanandari, Tushar Sati, Hairn Bisht, Himani Gargoti, Vinay Joshi, Himanshi Devli (Team WeatherGPT)</dc:creator>
  <cp:lastModifiedBy>Harsh Bhanandari, Tushar Sati, Hairn Bisht, Himani Gargoti, Vinay Joshi, Himanshi Devli (Team WeatherGPT)</cp:lastModifiedBy>
  <cp:revision>1</cp:revision>
  <dcterms:created xsi:type="dcterms:W3CDTF">2026-09-09T17:48:01Z</dcterms:created>
  <dcterms:modified xsi:type="dcterms:W3CDTF">2026-09-09T17:48:01Z</dcterms:modified>
</cp:coreProperties>
</file>