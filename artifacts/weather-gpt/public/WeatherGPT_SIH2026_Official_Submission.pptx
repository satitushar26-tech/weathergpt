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36576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75520" y="41148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INDIA HACKATHON 2026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PAGE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Problem Statement ID –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89120" y="19202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26068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591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Problem Statement Title –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0" y="235915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WeatherGPT: Conversational AI for Weather Forecasting, Alerts, and Climate Information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95351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Theme 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89120" y="295351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Disaster Management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392424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PS Category 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89120" y="3392424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3831336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Organization 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89120" y="3831336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Ministry of Earth Sciences (MoES) / India Meteorological Department (IMD)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427024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ID 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89120" y="4270248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[Team ID / Registered ID]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47091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Name (Registered on portal) –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7091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WeatherGPT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514807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Members 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389120" y="514807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Bhanandari, Tushar Sati, Hairn Bisht, Himani Gargoti, Vinay Joshi, Himanshi Devli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503920" y="1920240"/>
            <a:ext cx="3108960" cy="4114800"/>
          </a:xfrm>
          <a:prstGeom prst="roundRect">
            <a:avLst>
              <a:gd name="adj" fmla="val 4412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35440" y="2286000"/>
            <a:ext cx="1645920" cy="164592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0" y="41148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4A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WeatherGPT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686800" y="457200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Conversational AI for Weather Forecasting, Alerts &amp; Climate Information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46304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114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WeatherGPT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2194560" y="3657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TITLE: WeatherGPT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241280" y="3200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0" y="347472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6EFD"/>
          </a:solidFill>
          <a:ln w="12700">
            <a:solidFill>
              <a:srgbClr val="0D6E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64465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55680" y="64465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1430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Proposed Solution (Describe your Idea/Solution/Prototype)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Detailed explanation of the proposed solution: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192024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WeatherGPT is an intelligent, conversational meteorological intelligence platform that ingests real-time observation telemetry (AWS), Numerical Weather Prediction models (GFS 0.25° &amp; WRF), and disaster feeds (CAP v1.2). It translates dense atmospheric physics into actionable, contextual natural language decisions with full voice input/output support in 8+ Indian regional languages.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How it addresses the problem: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063240"/>
            <a:ext cx="107899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Eliminates Portal Fragmentation: Consolidates separate IMD bulletins, radar layers, and PDF advisories into one conversational interface.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Overcomes Jargon: Rather than reporting cryptic millibar pressure or synoptic maps, answers direct citizen questions (e.g., "Can I spray my cotton crop today?").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Bridges Rural &amp; Language Divide: Speech-to-text (STT) and text-to-speech (TTS) in native Indian tongues empower non-literate farmers.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Accelerates Early Warning: Common Alerting Protocol (CAP) delivers instantaneous Red/Orange/Yellow disaster bulletins to frontline responders.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44348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Innovation and uniqueness of the solution: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4754880"/>
            <a:ext cx="107899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Web App with PWA Capability: Chosen over closed native apps to cover a broader space across all devices (Android, iOS, PC, kiosks) with &lt;2MB footprint, zero app-store download hurdle, and offline caching during disaster network blackouts.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Grounded AI Engine (Zero Hallucinations): Combines conversational LLMs with deterministic meteorological tool calling and atmospheric physics validation.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Voice-First Rural Access: Built-in regional speech recognition and audio synthesis enabling hands-free use in the field.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46304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114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WeatherGPT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2194560" y="3657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APPROACH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241280" y="3200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0" y="347472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6EFD"/>
          </a:solidFill>
          <a:ln w="12700">
            <a:solidFill>
              <a:srgbClr val="0D6E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64465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55680" y="64465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1430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Technologies to be used (programming languages, frameworks, hardware):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6002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&amp; PWA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192024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19, TypeScript, Vite, Tailwind CSS, Leaflet GIS Map, Recharts, Web Speech API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3756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6002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&amp; APIs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74720" y="192024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Node.js, FastAPI, Express, OpenAPI, Zod validation, PostgreSQL + Drizzle ORM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12648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16002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&amp; Ingestion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63640" y="192024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Function Calling, Domain RAG, WIS 2.0 / MQTT, GFS 0.25°, WRF, CAP v1.2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1540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52560" y="16002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 &amp; Scale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052560" y="192024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containers, Kubernetes cluster auto-scaling, Edge CDN, Service Worker cache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48640" y="30175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Methodology and process for implementation (Flow Charts / Architecture / Working Prototype):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342900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52044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85800" y="37947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Telemetry Ingestion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" y="416052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IMD AWS + GFS 0.25° NWP + CAP v1.2 feeds ingested via WIS 2.0 MQTT &amp; APIs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337560" y="342900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4720" y="352044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474720" y="37947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Processing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74720" y="416052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Geospatial indexing, cache layer, and agro-meteorological vector normalization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126480" y="342900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63640" y="352044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263640" y="37947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AI Engine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63640" y="416052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classification + deterministic weather tool calling + hallucination guardrails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915400" y="342900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52560" y="352044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9052560" y="37947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 Multi-Channel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052560" y="416052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web delivery, offline service worker, Leaflet GIS map &amp; spoken regional voice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" y="53949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48640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Operational Working Prototype: Currently deployed with 6 active modules — Weather Desk, Ask WeatherGPT, Alert Center, Signal Map, Climate Lens, and Field Advisory at https://github.com/satitushar26-tech/WeatherGPT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46304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114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WeatherGPT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2194560" y="3657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AND VIABILITY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241280" y="3200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0" y="347472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6EFD"/>
          </a:solidFill>
          <a:ln w="12700">
            <a:solidFill>
              <a:srgbClr val="0D6E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64465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55680" y="64465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1430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Analysis of the feasibility of the idea: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4630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Technical Feasibility: Built on mature, production-grade stacks (React 19, FastAPI/Node.js, PostgreSQL) with working prototype already running.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Operational Feasibility: Conforms to WMO WIS 2.0 &amp; IMD standard open data formats; integrates seamlessly with government disaster protocols.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Economic Feasibility: Open-source stack minimizes software licensing; stateless microservices enable low cloud server costs.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Adoption Feasibility: PWA architecture eliminates the 50MB app-store download hurdle — accessible immediately via a simple URL link.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27889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Potential challenges and risks: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11064240" cy="292608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Challenge / Risk Area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Potential Vulnerability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for Overcoming Challenges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AI Hallucination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LLMs hallucinating weather values could endanger public safety.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Strict deterministic tool calling; temperature=0; physical parameter boundary validation against IMD observations.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Network Collapse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Cyclones &amp; floods destroy mobile towers, severing connectivity.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PWA Service Worker caches disaster survival guides and last forecast; planned LoRaWAN emergency broadcast mesh.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Linguistic Diversity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Complex rural dialects with high voice accent variability.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Speech API with regional dialect acoustic models; multi-turn prompt normalization into standardized weather intents.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Concurrency Spikes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Millions of concurrent queries hitting servers during cyclones.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Stateless FastAPI/Node.js microservices auto-scaled on Kubernetes; Edge CDN caching on district weather data tiles.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46304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114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WeatherGPT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2194560" y="3657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AND BENEFITS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241280" y="3200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0" y="347472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6EFD"/>
          </a:solidFill>
          <a:ln w="12700">
            <a:solidFill>
              <a:srgbClr val="0D6E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64465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55680" y="64465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1430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Potential impact on the target audience: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6002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🌾 Farmers (700M+ Indians)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19659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Crop-weather advisories in regional voice; optimal pesticide spraying, sowing, and irrigation windows reducing crop losses.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37560" y="15087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6002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🚨 Disaster Teams (NDRF/SDMA)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474720" y="19659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dissemination of CAP disaster bulletins with rapid evacuation checklists and hourly inundation forecasts.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126480" y="15087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16002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✈️ Aviation &amp; Logistics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63640" y="19659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METAR/TAF translation into plain language briefings, crosswind components, and highway visibility warnings.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15400" y="15087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52560" y="16002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🏙️ Smart Cities &amp; Researchers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052560" y="19659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heat island mapping, stormwater drainage warnings, and decadal climate anomaly trend analytics.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48640" y="34290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Benefits of the solution (social, economic, environmental, etc.):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37947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931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Benefits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434340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Saves lives and prevents injuries through timely early warnings.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Empowers non-literate and rural citizens through voice accessibility.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Reduces panic with clear, actionable evacuation guidance.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97680" y="37947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0" y="3931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6E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Benefits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480560" y="434340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Protects agricultural yields (mitigates ₹50,000+ Cr annual weather crop damage).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Reduces commercial aviation flight diversions and fuel burn.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Minimizes municipal property damage from localized urban flash flooding.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7947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0" y="3931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Benefits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0" y="434340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Enables sustainable groundwater and irrigation resource management.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Tracks decadal temperature &amp; monsoon onset shifts for climate adaptation.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Facilitates science-driven disaster resilience policies.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146304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114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WeatherGPT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2194560" y="3657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AND REFERENCES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241280" y="3200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0" y="347472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6EFD"/>
          </a:solidFill>
          <a:ln w="12700">
            <a:solidFill>
              <a:srgbClr val="0D6E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64465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55680" y="64465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1430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Details / Links of the reference and research work: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691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Meteorological Department (IMD) - Numerical Weather Prediction (NWP)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20116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and operational runs of Global Forecast System (GFS 0.25°) &amp; Weather Research and Forecasting (WRF) model mesoscale telemetry.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31520" y="2514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6E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Reference: https://mausam.imd.gov.in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217920" y="155448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691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Meteorological Organization (WMO) - WIS 2.0 Standards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0" y="20116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WMO Information System 2.0 framework and MQTT pub/sub data discovery and real-time dissemination standards.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0" y="2514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6E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Reference: https://wmo.int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06324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200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OASIS Common Alerting Protocol (CAP v1.2 Standard)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31520" y="35204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standard for exchanging all-hazard emergency warnings and public safety bulletins across warning networks.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40233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6E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Reference: https://docs.oasis-open.org/emergency/cap/v1.2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17920" y="306324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3200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Ministry of Earth Sciences (MoES) - National Monsoon Mission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0" y="35204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 Computing weather intelligence frameworks &amp; observational telemetry benchmarks (Pratyush &amp; Mihir supercomputing clusters).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400800" y="40233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6E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Reference: https://moes.gov.in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457200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7091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Disaster Management Authority (NDMA) Guidelines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31520" y="502920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Operating Procedures for Cyclone, Flood, and Extreme Weather disaster preparedness &amp; evacuation checklists.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31520" y="55321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6E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Reference: https://ndma.gov.in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17920" y="457200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47091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WeatherGPT Working Prototype &amp; Project Repository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00800" y="502920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functional software prototype repository including PWA service worker, conversational RAG, GIS maps, and voice integration.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400800" y="55321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6E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GitHub: https://github.com/satitushar26-tech/WeatherGPT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Smart India Hackathon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 2026 - 26068 - WeatherGPT: Conversational AI for Weather Forecasting, Alerts, and Climate Information</dc:title>
  <dc:subject>Official SIH Idea Submission Template</dc:subject>
  <dc:creator>Harsh Bhanandari, Tushar Sati, Hairn Bisht, Himani Gargoti, Vinay Joshi, Himanshi Devli (Team WeatherGPT)</dc:creator>
  <cp:lastModifiedBy>Harsh Bhanandari, Tushar Sati, Hairn Bisht, Himani Gargoti, Vinay Joshi, Himanshi Devli (Team WeatherGPT)</cp:lastModifiedBy>
  <cp:revision>1</cp:revision>
  <dcterms:created xsi:type="dcterms:W3CDTF">2026-09-09T17:51:18Z</dcterms:created>
  <dcterms:modified xsi:type="dcterms:W3CDTF">2026-09-09T17:51:18Z</dcterms:modified>
</cp:coreProperties>
</file>