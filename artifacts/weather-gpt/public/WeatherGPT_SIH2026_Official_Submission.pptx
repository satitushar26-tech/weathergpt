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657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0" y="411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Statement ID 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26068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Problem Statement Title 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23591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WeatherGPT: Conversational AI for Weather Forecasting, Alerts, and Climate Information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953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Theme 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2953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3924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PS Category 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33924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8313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Organization 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38313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Earth Sciences (MoES) / India Meteorological Department (IMD)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702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ID 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42702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SIH26068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Name (Registered on portal) 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4709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MEGHDOOT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148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Members 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5148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Bhanandari, Tushar Sati, Hairn Bisht, Himani Gargoti, Vinay Joshi, Himanshi Devli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1920240"/>
            <a:ext cx="3108960" cy="4114800"/>
          </a:xfrm>
          <a:prstGeom prst="roundRect">
            <a:avLst>
              <a:gd name="adj" fmla="val 441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2286000"/>
            <a:ext cx="1645920" cy="1645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0" y="4572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for Weather Forecasting, Alerts &amp; Climate Information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6304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MEGHDOOT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TITLE: WeatherGPT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0" y="320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3474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Proposed Solution (Describe your Idea/Solution/Prototype)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explanation of the proposed solution: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 is an intelligent, conversational meteorological intelligence platform that ingests real-time observation telemetry (AWS), Numerical Weather Prediction models (GFS 0.25° &amp; WRF), and disaster feeds (CAP v1.2). It translates dense atmospheric physics into actionable, contextual natural language decisions with full voice input/output support in 8+ Indian regional languages.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it addresses the problem: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063240"/>
            <a:ext cx="10789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Eliminates Portal Fragmentation: Consolidates separate IMD bulletins, radar layers, and PDF advisories into one conversational interface.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Overcomes Jargon: Rather than reporting cryptic millibar pressure or synoptic maps, answers direct citizen questions (e.g., "Can I spray my cotton crop today?").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Bridges Rural &amp; Language Divide: Speech-to-text (STT) and text-to-speech (TTS) in native Indian tongues empower non-literate farmers.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Accelerates Early Warning: Common Alerting Protocol (CAP) delivers instantaneous Red/Orange/Yellow disaster bulletins to frontline responders.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Innovation and uniqueness of the solution: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App with PWA Capability: Chosen over closed native apps to cover a broader space across all devices (Android, iOS, PC, kiosks) with &lt;2MB footprint, zero app-store download hurdle, and offline caching during disaster network blackouts.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Grounded AI Engine (Zero Hallucinations): Combines conversational LLMs with deterministic meteorological tool calling and atmospheric physics validation.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Voice-First Rural Access: Built-in regional speech recognition and audio synthesis enabling hands-free use in the field.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6304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MEGHDOOT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0" y="320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3474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Technologies to be used (programming languages, frameworks, hardware):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PWA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TypeScript, Vite, Tailwind CSS, Leaflet GIS Map, Recharts, Web Speech 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FastAPI, Express, OpenAPI, Zod validation, PostgreSQL + Drizzle ORM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Ingestion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Function Calling, Domain RAG, WIS 2.0 / MQTT, GFS 0.25°, WRF, CAP v1.2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52560" y="19202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containers, Kubernetes cluster auto-scaling, Edge CDN, Service Worker cache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Methodology and process for implementation (Flow Charts / Architecture / Working Prototype):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Ingestion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 AWS + GFS 0.25° NWP + CAP v1.2 feeds ingested via WIS 2.0 MQTT &amp; APIs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29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Processing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indexing, cache layer, and agro-meteorological vector normalization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3429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 Engine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classification + deterministic weather tool calling + hallucination guardrails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915400" y="34290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352044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052560" y="3794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Multi-Channel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52560" y="41605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web delivery, offline service worker, Leaflet GIS map &amp; spoken regional voice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864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Operational Working Prototype: Currently deployed with 6 active modules — Weather Desk, Ask WeatherGPT, Alert Center, Signal Map, Climate Lens, and Field Advisory at https://github.com/satitushar26-tech/WeatherGPT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6304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MEGHDOOT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0" y="320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3474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Analysis of the feasibility of the idea: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Feasibility: Built on mature, production-grade stacks (React 19, FastAPI/Node.js, PostgreSQL) with working prototype already running.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Feasibility: Conforms to WMO WIS 2.0 &amp; IMD standard open data formats; integrates seamlessly with government disaster protocols.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Economic Feasibility: Open-source stack minimizes software licensing; stateless microservices enable low cloud server costs.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Adoption Feasibility: PWA architecture eliminates the 50MB app-store download hurdle — accessible immediately via a simple URL link.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challenges and risks: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64240" cy="292608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/ Risk 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Vulnerability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for Overcoming Challenges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AI Hallucination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LLMs hallucinating weather values could endanger public safety.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 deterministic tool calling; temperature=0; physical parameter boundary validation against IMD observations.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Network Collapse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Cyclones &amp; floods destroy mobile towers, severing connectivity.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PWA Service Worker caches disaster survival guides and last forecast; planned LoRaWAN emergency broadcast mesh.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Linguistic Diversity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rural dialects with high voice accent variability.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Speech API with regional dialect acoustic models; multi-turn prompt normalization into standardized weather intents.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Concurrency Spikes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Millions of concurrent queries hitting servers during cyclones.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 FastAPI/Node.js microservices auto-scaled on Kubernetes; Edge CDN caching on district weather data tiles.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6304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MEGHDOOT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0" y="320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3474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Potential impact on the target audience: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Farmers (700M+ Indians)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Crop-weather advisories in regional voice; optimal pesticide spraying, sowing, and irrigation windows reducing crop losses.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Disaster Teams (NDRF/SDMA)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dissemination of CAP disaster bulletins with rapid evacuation checklists and hourly inundation forecasts.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Aviation &amp; Logistics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METAR/TAF translation into plain language briefings, crosswind components, and highway visibility warnings.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Smart Cities &amp; Researchers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52560" y="196596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heat island mapping, stormwater drainage warnings, and decadal climate anomaly trend analytics.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Benefits of the solution (social, economic, environmental, etc.):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Benefits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3434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Saves lives and prevents injuries through timely early warnings.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Empowers non-literate and rural citizens through voice accessibility.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panic with clear, actionable evacuation guidance.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Benefits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43434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Protects agricultural yields (mitigates ₹50,000+ Cr annual weather crop damage).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commercial aviation flight diversions and fuel burn.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Minimizes municipal property damage from localized urban flash flooding.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Benefits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43434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sustainable groundwater and irrigation resource management.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Tracks decadal temperature &amp; monsoon onset shifts for climate adaptation.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Facilitates science-driven disaster resilience policies.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6304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MEGHDOOT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0" y="320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0" y="3474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446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Details / Links of the reference and research work: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Meteorological Department (IMD) - Numerical Weather Prediction (NWP)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operational runs of Global Forecast System (GFS 0.25°) &amp; Weather Research and Forecasting (WRF) model mesoscale telemetry.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https://mausam.imd.gov.in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Meteorological Organization (WMO) - WIS 2.0 Standards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WMO Information System 2.0 framework and MQTT pub/sub data discovery and real-time dissemination standards.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https://wmo.int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OASIS Common Alerting Protocol (CAP v1.2 Standard)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standard for exchanging all-hazard emergency warnings and public safety bulletins across warning networks.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https://docs.oasis-open.org/emergency/cap/v1.2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30632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Earth Sciences (MoES) - National Monsoon Mission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Computing weather intelligence frameworks &amp; observational telemetry benchmarks (Pratyush &amp; Mihir supercomputing clusters).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https://moes.gov.in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Disaster Management Authority (NDMA) Guidelines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Operating Procedures for Cyclone, Flood, and Extreme Weather disaster preparedness &amp; evacuation checklists.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https://ndma.gov.in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45720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 Working Prototype &amp; Project Repository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5029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functional software prototype repository including PWA service worker, conversational RAG, GIS maps, and voice integration.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GitHub: https://github.com/satitushar26-tech/WeatherGPT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2026 - 26068 - WeatherGPT: Conversational AI for Weather Forecasting, Alerts, and Climate Information</dc:title>
  <dc:subject>Official SIH Idea Submission Template</dc:subject>
  <dc:creator>Harsh Bhanandari, Tushar Sati, Hairn Bisht, Himani Gargoti, Vinay Joshi, Himanshi Devli (MEGHDOOT)</dc:creator>
  <cp:lastModifiedBy>Harsh Bhanandari, Tushar Sati, Hairn Bisht, Himani Gargoti, Vinay Joshi, Himanshi Devli (MEGHDOOT)</cp:lastModifiedBy>
  <cp:revision>1</cp:revision>
  <dcterms:created xsi:type="dcterms:W3CDTF">2026-09-09T18:01:18Z</dcterms:created>
  <dcterms:modified xsi:type="dcterms:W3CDTF">2026-09-09T18:01:18Z</dcterms:modified>
</cp:coreProperties>
</file>